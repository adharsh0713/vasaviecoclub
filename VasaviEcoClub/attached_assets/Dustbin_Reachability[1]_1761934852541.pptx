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4" r:id="rId7"/>
    <p:sldId id="261" r:id="rId8"/>
    <p:sldId id="262" r:id="rId9"/>
    <p:sldId id="263" r:id="rId10"/>
    <p:sldId id="265"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2" d="100"/>
          <a:sy n="52" d="100"/>
        </p:scale>
        <p:origin x="835"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50BB32-4F19-8357-0967-03F78A7F8EA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387DA08-F127-1986-A9C5-F6EFCDB3C69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0A2A151-2971-E294-490F-97457D79F103}"/>
              </a:ext>
            </a:extLst>
          </p:cNvPr>
          <p:cNvSpPr>
            <a:spLocks noGrp="1"/>
          </p:cNvSpPr>
          <p:nvPr>
            <p:ph type="dt" sz="half" idx="10"/>
          </p:nvPr>
        </p:nvSpPr>
        <p:spPr/>
        <p:txBody>
          <a:bodyPr/>
          <a:lstStyle/>
          <a:p>
            <a:fld id="{5A98EB25-4956-E547-A1EE-457D16D9B68E}" type="datetimeFigureOut">
              <a:rPr lang="en-US" smtClean="0"/>
              <a:t>10/31/2025</a:t>
            </a:fld>
            <a:endParaRPr lang="en-US"/>
          </a:p>
        </p:txBody>
      </p:sp>
      <p:sp>
        <p:nvSpPr>
          <p:cNvPr id="5" name="Footer Placeholder 4">
            <a:extLst>
              <a:ext uri="{FF2B5EF4-FFF2-40B4-BE49-F238E27FC236}">
                <a16:creationId xmlns:a16="http://schemas.microsoft.com/office/drawing/2014/main" id="{13CE58CB-2A0A-4CCC-61D3-A5157180F4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1EE9C50-10C4-0401-AE17-084E1377BDD7}"/>
              </a:ext>
            </a:extLst>
          </p:cNvPr>
          <p:cNvSpPr>
            <a:spLocks noGrp="1"/>
          </p:cNvSpPr>
          <p:nvPr>
            <p:ph type="sldNum" sz="quarter" idx="12"/>
          </p:nvPr>
        </p:nvSpPr>
        <p:spPr/>
        <p:txBody>
          <a:bodyPr/>
          <a:lstStyle/>
          <a:p>
            <a:fld id="{62691B9F-660D-7B46-91FD-4ECF342F83CD}" type="slidenum">
              <a:rPr lang="en-US" smtClean="0"/>
              <a:t>‹#›</a:t>
            </a:fld>
            <a:endParaRPr lang="en-US"/>
          </a:p>
        </p:txBody>
      </p:sp>
    </p:spTree>
    <p:extLst>
      <p:ext uri="{BB962C8B-B14F-4D97-AF65-F5344CB8AC3E}">
        <p14:creationId xmlns:p14="http://schemas.microsoft.com/office/powerpoint/2010/main" val="36230387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C41C9D-F4B3-CECB-9CAB-DE8797C9AEA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4605DAD-1E39-FE09-9951-41A07BC0B36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2E07131-1453-CAF4-C8E7-841F9C5848C8}"/>
              </a:ext>
            </a:extLst>
          </p:cNvPr>
          <p:cNvSpPr>
            <a:spLocks noGrp="1"/>
          </p:cNvSpPr>
          <p:nvPr>
            <p:ph type="dt" sz="half" idx="10"/>
          </p:nvPr>
        </p:nvSpPr>
        <p:spPr/>
        <p:txBody>
          <a:bodyPr/>
          <a:lstStyle/>
          <a:p>
            <a:fld id="{5A98EB25-4956-E547-A1EE-457D16D9B68E}" type="datetimeFigureOut">
              <a:rPr lang="en-US" smtClean="0"/>
              <a:t>10/31/2025</a:t>
            </a:fld>
            <a:endParaRPr lang="en-US"/>
          </a:p>
        </p:txBody>
      </p:sp>
      <p:sp>
        <p:nvSpPr>
          <p:cNvPr id="5" name="Footer Placeholder 4">
            <a:extLst>
              <a:ext uri="{FF2B5EF4-FFF2-40B4-BE49-F238E27FC236}">
                <a16:creationId xmlns:a16="http://schemas.microsoft.com/office/drawing/2014/main" id="{85381D36-54A8-BAC9-42AF-8FC769CC1D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573E567-4F6D-E475-B698-02E759E88C8D}"/>
              </a:ext>
            </a:extLst>
          </p:cNvPr>
          <p:cNvSpPr>
            <a:spLocks noGrp="1"/>
          </p:cNvSpPr>
          <p:nvPr>
            <p:ph type="sldNum" sz="quarter" idx="12"/>
          </p:nvPr>
        </p:nvSpPr>
        <p:spPr/>
        <p:txBody>
          <a:bodyPr/>
          <a:lstStyle/>
          <a:p>
            <a:fld id="{62691B9F-660D-7B46-91FD-4ECF342F83CD}" type="slidenum">
              <a:rPr lang="en-US" smtClean="0"/>
              <a:t>‹#›</a:t>
            </a:fld>
            <a:endParaRPr lang="en-US"/>
          </a:p>
        </p:txBody>
      </p:sp>
    </p:spTree>
    <p:extLst>
      <p:ext uri="{BB962C8B-B14F-4D97-AF65-F5344CB8AC3E}">
        <p14:creationId xmlns:p14="http://schemas.microsoft.com/office/powerpoint/2010/main" val="23389817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6DCCB6-BC80-C0A3-1CEE-569B4E7BB17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F11012E-F28A-9CD2-F086-4941A5DD7E4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827256D-859B-4C25-E1E9-0694907074D1}"/>
              </a:ext>
            </a:extLst>
          </p:cNvPr>
          <p:cNvSpPr>
            <a:spLocks noGrp="1"/>
          </p:cNvSpPr>
          <p:nvPr>
            <p:ph type="dt" sz="half" idx="10"/>
          </p:nvPr>
        </p:nvSpPr>
        <p:spPr/>
        <p:txBody>
          <a:bodyPr/>
          <a:lstStyle/>
          <a:p>
            <a:fld id="{5A98EB25-4956-E547-A1EE-457D16D9B68E}" type="datetimeFigureOut">
              <a:rPr lang="en-US" smtClean="0"/>
              <a:t>10/31/2025</a:t>
            </a:fld>
            <a:endParaRPr lang="en-US"/>
          </a:p>
        </p:txBody>
      </p:sp>
      <p:sp>
        <p:nvSpPr>
          <p:cNvPr id="5" name="Footer Placeholder 4">
            <a:extLst>
              <a:ext uri="{FF2B5EF4-FFF2-40B4-BE49-F238E27FC236}">
                <a16:creationId xmlns:a16="http://schemas.microsoft.com/office/drawing/2014/main" id="{4F2F7810-97C6-BB12-ABF8-AAEC858B6A9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9C5E9C7-4FA7-6214-2D97-1EA4624C9406}"/>
              </a:ext>
            </a:extLst>
          </p:cNvPr>
          <p:cNvSpPr>
            <a:spLocks noGrp="1"/>
          </p:cNvSpPr>
          <p:nvPr>
            <p:ph type="sldNum" sz="quarter" idx="12"/>
          </p:nvPr>
        </p:nvSpPr>
        <p:spPr/>
        <p:txBody>
          <a:bodyPr/>
          <a:lstStyle/>
          <a:p>
            <a:fld id="{62691B9F-660D-7B46-91FD-4ECF342F83CD}" type="slidenum">
              <a:rPr lang="en-US" smtClean="0"/>
              <a:t>‹#›</a:t>
            </a:fld>
            <a:endParaRPr lang="en-US"/>
          </a:p>
        </p:txBody>
      </p:sp>
    </p:spTree>
    <p:extLst>
      <p:ext uri="{BB962C8B-B14F-4D97-AF65-F5344CB8AC3E}">
        <p14:creationId xmlns:p14="http://schemas.microsoft.com/office/powerpoint/2010/main" val="38409762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A268EF-8D13-235C-CDE8-DD99CAA41FF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7E4AD96-F0A1-97AA-25AD-DA9ACC26615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03D8EFB-2D24-68BA-7732-C5148AB6DB7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D1B1ECB-8544-0171-52F2-DC7B75CCD25D}"/>
              </a:ext>
            </a:extLst>
          </p:cNvPr>
          <p:cNvSpPr>
            <a:spLocks noGrp="1"/>
          </p:cNvSpPr>
          <p:nvPr>
            <p:ph type="dt" sz="half" idx="10"/>
          </p:nvPr>
        </p:nvSpPr>
        <p:spPr/>
        <p:txBody>
          <a:bodyPr/>
          <a:lstStyle/>
          <a:p>
            <a:fld id="{5A98EB25-4956-E547-A1EE-457D16D9B68E}" type="datetimeFigureOut">
              <a:rPr lang="en-US" smtClean="0"/>
              <a:t>10/31/2025</a:t>
            </a:fld>
            <a:endParaRPr lang="en-US"/>
          </a:p>
        </p:txBody>
      </p:sp>
      <p:sp>
        <p:nvSpPr>
          <p:cNvPr id="6" name="Footer Placeholder 5">
            <a:extLst>
              <a:ext uri="{FF2B5EF4-FFF2-40B4-BE49-F238E27FC236}">
                <a16:creationId xmlns:a16="http://schemas.microsoft.com/office/drawing/2014/main" id="{8FEBCE03-E26D-0F32-98D1-F453187A907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3AFEDE0-CF87-4CBC-37B2-799C96B74E5E}"/>
              </a:ext>
            </a:extLst>
          </p:cNvPr>
          <p:cNvSpPr>
            <a:spLocks noGrp="1"/>
          </p:cNvSpPr>
          <p:nvPr>
            <p:ph type="sldNum" sz="quarter" idx="12"/>
          </p:nvPr>
        </p:nvSpPr>
        <p:spPr/>
        <p:txBody>
          <a:bodyPr/>
          <a:lstStyle/>
          <a:p>
            <a:fld id="{62691B9F-660D-7B46-91FD-4ECF342F83CD}" type="slidenum">
              <a:rPr lang="en-US" smtClean="0"/>
              <a:t>‹#›</a:t>
            </a:fld>
            <a:endParaRPr lang="en-US"/>
          </a:p>
        </p:txBody>
      </p:sp>
    </p:spTree>
    <p:extLst>
      <p:ext uri="{BB962C8B-B14F-4D97-AF65-F5344CB8AC3E}">
        <p14:creationId xmlns:p14="http://schemas.microsoft.com/office/powerpoint/2010/main" val="28404266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F1590-4F82-0705-9FEA-28E7DCA3296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1C85DE0-7A08-6ED5-51CE-34980C2C1DD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D55E921-EBB4-6412-31F1-49E414ABD2F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0695694-94AE-1771-182C-B64ECFB9802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12CE41A-16EE-3024-27CD-192B3CEF96E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CFF355B-FF47-B5B3-F6D5-DFEA5370E38D}"/>
              </a:ext>
            </a:extLst>
          </p:cNvPr>
          <p:cNvSpPr>
            <a:spLocks noGrp="1"/>
          </p:cNvSpPr>
          <p:nvPr>
            <p:ph type="dt" sz="half" idx="10"/>
          </p:nvPr>
        </p:nvSpPr>
        <p:spPr/>
        <p:txBody>
          <a:bodyPr/>
          <a:lstStyle/>
          <a:p>
            <a:fld id="{5A98EB25-4956-E547-A1EE-457D16D9B68E}" type="datetimeFigureOut">
              <a:rPr lang="en-US" smtClean="0"/>
              <a:t>10/31/2025</a:t>
            </a:fld>
            <a:endParaRPr lang="en-US"/>
          </a:p>
        </p:txBody>
      </p:sp>
      <p:sp>
        <p:nvSpPr>
          <p:cNvPr id="8" name="Footer Placeholder 7">
            <a:extLst>
              <a:ext uri="{FF2B5EF4-FFF2-40B4-BE49-F238E27FC236}">
                <a16:creationId xmlns:a16="http://schemas.microsoft.com/office/drawing/2014/main" id="{6B58542F-A2E8-D5CF-49B8-7E0A077AA1C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9306047-8684-3BAB-F912-A5CDFE1AF262}"/>
              </a:ext>
            </a:extLst>
          </p:cNvPr>
          <p:cNvSpPr>
            <a:spLocks noGrp="1"/>
          </p:cNvSpPr>
          <p:nvPr>
            <p:ph type="sldNum" sz="quarter" idx="12"/>
          </p:nvPr>
        </p:nvSpPr>
        <p:spPr/>
        <p:txBody>
          <a:bodyPr/>
          <a:lstStyle/>
          <a:p>
            <a:fld id="{62691B9F-660D-7B46-91FD-4ECF342F83CD}" type="slidenum">
              <a:rPr lang="en-US" smtClean="0"/>
              <a:t>‹#›</a:t>
            </a:fld>
            <a:endParaRPr lang="en-US"/>
          </a:p>
        </p:txBody>
      </p:sp>
    </p:spTree>
    <p:extLst>
      <p:ext uri="{BB962C8B-B14F-4D97-AF65-F5344CB8AC3E}">
        <p14:creationId xmlns:p14="http://schemas.microsoft.com/office/powerpoint/2010/main" val="28847478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90B3B3-9A46-DAF1-D65A-974A5A8E601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82A2D1E-A3DF-BEB2-C2E9-F28F7BDE2C04}"/>
              </a:ext>
            </a:extLst>
          </p:cNvPr>
          <p:cNvSpPr>
            <a:spLocks noGrp="1"/>
          </p:cNvSpPr>
          <p:nvPr>
            <p:ph type="dt" sz="half" idx="10"/>
          </p:nvPr>
        </p:nvSpPr>
        <p:spPr/>
        <p:txBody>
          <a:bodyPr/>
          <a:lstStyle/>
          <a:p>
            <a:fld id="{5A98EB25-4956-E547-A1EE-457D16D9B68E}" type="datetimeFigureOut">
              <a:rPr lang="en-US" smtClean="0"/>
              <a:t>10/31/2025</a:t>
            </a:fld>
            <a:endParaRPr lang="en-US"/>
          </a:p>
        </p:txBody>
      </p:sp>
      <p:sp>
        <p:nvSpPr>
          <p:cNvPr id="4" name="Footer Placeholder 3">
            <a:extLst>
              <a:ext uri="{FF2B5EF4-FFF2-40B4-BE49-F238E27FC236}">
                <a16:creationId xmlns:a16="http://schemas.microsoft.com/office/drawing/2014/main" id="{AB588C50-6F66-8319-68A2-0FE7ACCFDFD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149A2CB-BD74-CF87-CE1C-56A8A1CC4280}"/>
              </a:ext>
            </a:extLst>
          </p:cNvPr>
          <p:cNvSpPr>
            <a:spLocks noGrp="1"/>
          </p:cNvSpPr>
          <p:nvPr>
            <p:ph type="sldNum" sz="quarter" idx="12"/>
          </p:nvPr>
        </p:nvSpPr>
        <p:spPr/>
        <p:txBody>
          <a:bodyPr/>
          <a:lstStyle/>
          <a:p>
            <a:fld id="{62691B9F-660D-7B46-91FD-4ECF342F83CD}" type="slidenum">
              <a:rPr lang="en-US" smtClean="0"/>
              <a:t>‹#›</a:t>
            </a:fld>
            <a:endParaRPr lang="en-US"/>
          </a:p>
        </p:txBody>
      </p:sp>
    </p:spTree>
    <p:extLst>
      <p:ext uri="{BB962C8B-B14F-4D97-AF65-F5344CB8AC3E}">
        <p14:creationId xmlns:p14="http://schemas.microsoft.com/office/powerpoint/2010/main" val="36282755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6598047-432D-7EB1-FDA2-1B30399401F9}"/>
              </a:ext>
            </a:extLst>
          </p:cNvPr>
          <p:cNvSpPr>
            <a:spLocks noGrp="1"/>
          </p:cNvSpPr>
          <p:nvPr>
            <p:ph type="dt" sz="half" idx="10"/>
          </p:nvPr>
        </p:nvSpPr>
        <p:spPr/>
        <p:txBody>
          <a:bodyPr/>
          <a:lstStyle/>
          <a:p>
            <a:fld id="{5A98EB25-4956-E547-A1EE-457D16D9B68E}" type="datetimeFigureOut">
              <a:rPr lang="en-US" smtClean="0"/>
              <a:t>10/31/2025</a:t>
            </a:fld>
            <a:endParaRPr lang="en-US"/>
          </a:p>
        </p:txBody>
      </p:sp>
      <p:sp>
        <p:nvSpPr>
          <p:cNvPr id="3" name="Footer Placeholder 2">
            <a:extLst>
              <a:ext uri="{FF2B5EF4-FFF2-40B4-BE49-F238E27FC236}">
                <a16:creationId xmlns:a16="http://schemas.microsoft.com/office/drawing/2014/main" id="{7BF54BED-99AF-D9CE-D792-F3E0CB0C344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99CA00C-458E-B819-69C8-97A6F16595D2}"/>
              </a:ext>
            </a:extLst>
          </p:cNvPr>
          <p:cNvSpPr>
            <a:spLocks noGrp="1"/>
          </p:cNvSpPr>
          <p:nvPr>
            <p:ph type="sldNum" sz="quarter" idx="12"/>
          </p:nvPr>
        </p:nvSpPr>
        <p:spPr/>
        <p:txBody>
          <a:bodyPr/>
          <a:lstStyle/>
          <a:p>
            <a:fld id="{62691B9F-660D-7B46-91FD-4ECF342F83CD}" type="slidenum">
              <a:rPr lang="en-US" smtClean="0"/>
              <a:t>‹#›</a:t>
            </a:fld>
            <a:endParaRPr lang="en-US"/>
          </a:p>
        </p:txBody>
      </p:sp>
    </p:spTree>
    <p:extLst>
      <p:ext uri="{BB962C8B-B14F-4D97-AF65-F5344CB8AC3E}">
        <p14:creationId xmlns:p14="http://schemas.microsoft.com/office/powerpoint/2010/main" val="19327502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21403C-6EFC-6174-035D-99E9B966427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6BDEC16-C3F5-CE71-A8B0-3AA45FDB283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7402940-1332-52C7-0B66-4BC573B62D8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3798293-22D5-76DC-088D-33426DE83BCB}"/>
              </a:ext>
            </a:extLst>
          </p:cNvPr>
          <p:cNvSpPr>
            <a:spLocks noGrp="1"/>
          </p:cNvSpPr>
          <p:nvPr>
            <p:ph type="dt" sz="half" idx="10"/>
          </p:nvPr>
        </p:nvSpPr>
        <p:spPr/>
        <p:txBody>
          <a:bodyPr/>
          <a:lstStyle/>
          <a:p>
            <a:fld id="{5A98EB25-4956-E547-A1EE-457D16D9B68E}" type="datetimeFigureOut">
              <a:rPr lang="en-US" smtClean="0"/>
              <a:t>10/31/2025</a:t>
            </a:fld>
            <a:endParaRPr lang="en-US"/>
          </a:p>
        </p:txBody>
      </p:sp>
      <p:sp>
        <p:nvSpPr>
          <p:cNvPr id="6" name="Footer Placeholder 5">
            <a:extLst>
              <a:ext uri="{FF2B5EF4-FFF2-40B4-BE49-F238E27FC236}">
                <a16:creationId xmlns:a16="http://schemas.microsoft.com/office/drawing/2014/main" id="{A68198BC-F576-508A-938D-66845F10FBD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7C99946-67DF-D250-CF41-E6A432E97E9E}"/>
              </a:ext>
            </a:extLst>
          </p:cNvPr>
          <p:cNvSpPr>
            <a:spLocks noGrp="1"/>
          </p:cNvSpPr>
          <p:nvPr>
            <p:ph type="sldNum" sz="quarter" idx="12"/>
          </p:nvPr>
        </p:nvSpPr>
        <p:spPr/>
        <p:txBody>
          <a:bodyPr/>
          <a:lstStyle/>
          <a:p>
            <a:fld id="{62691B9F-660D-7B46-91FD-4ECF342F83CD}" type="slidenum">
              <a:rPr lang="en-US" smtClean="0"/>
              <a:t>‹#›</a:t>
            </a:fld>
            <a:endParaRPr lang="en-US"/>
          </a:p>
        </p:txBody>
      </p:sp>
    </p:spTree>
    <p:extLst>
      <p:ext uri="{BB962C8B-B14F-4D97-AF65-F5344CB8AC3E}">
        <p14:creationId xmlns:p14="http://schemas.microsoft.com/office/powerpoint/2010/main" val="6792354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CA711E-4D7B-C8FA-77F8-D377048373A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ED52922-E322-816F-62DD-AD85C49299F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61FC553-C924-82BA-A804-674A8DA6F6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CB7A875-FB91-2655-FA2C-54167476D3F2}"/>
              </a:ext>
            </a:extLst>
          </p:cNvPr>
          <p:cNvSpPr>
            <a:spLocks noGrp="1"/>
          </p:cNvSpPr>
          <p:nvPr>
            <p:ph type="dt" sz="half" idx="10"/>
          </p:nvPr>
        </p:nvSpPr>
        <p:spPr/>
        <p:txBody>
          <a:bodyPr/>
          <a:lstStyle/>
          <a:p>
            <a:fld id="{5A98EB25-4956-E547-A1EE-457D16D9B68E}" type="datetimeFigureOut">
              <a:rPr lang="en-US" smtClean="0"/>
              <a:t>10/31/2025</a:t>
            </a:fld>
            <a:endParaRPr lang="en-US"/>
          </a:p>
        </p:txBody>
      </p:sp>
      <p:sp>
        <p:nvSpPr>
          <p:cNvPr id="6" name="Footer Placeholder 5">
            <a:extLst>
              <a:ext uri="{FF2B5EF4-FFF2-40B4-BE49-F238E27FC236}">
                <a16:creationId xmlns:a16="http://schemas.microsoft.com/office/drawing/2014/main" id="{E85782C4-1690-DD3F-F684-831FC14680D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66E1899-E2CE-56D3-23EC-7DD5AEEA7FF6}"/>
              </a:ext>
            </a:extLst>
          </p:cNvPr>
          <p:cNvSpPr>
            <a:spLocks noGrp="1"/>
          </p:cNvSpPr>
          <p:nvPr>
            <p:ph type="sldNum" sz="quarter" idx="12"/>
          </p:nvPr>
        </p:nvSpPr>
        <p:spPr/>
        <p:txBody>
          <a:bodyPr/>
          <a:lstStyle/>
          <a:p>
            <a:fld id="{62691B9F-660D-7B46-91FD-4ECF342F83CD}" type="slidenum">
              <a:rPr lang="en-US" smtClean="0"/>
              <a:t>‹#›</a:t>
            </a:fld>
            <a:endParaRPr lang="en-US"/>
          </a:p>
        </p:txBody>
      </p:sp>
    </p:spTree>
    <p:extLst>
      <p:ext uri="{BB962C8B-B14F-4D97-AF65-F5344CB8AC3E}">
        <p14:creationId xmlns:p14="http://schemas.microsoft.com/office/powerpoint/2010/main" val="12470727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A85750-8820-84FD-1989-AC945A06B1C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484929E-D58B-AF61-D4FB-2A3F44569E0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F449795-C558-BDF9-C1DB-0E4B56A1A41C}"/>
              </a:ext>
            </a:extLst>
          </p:cNvPr>
          <p:cNvSpPr>
            <a:spLocks noGrp="1"/>
          </p:cNvSpPr>
          <p:nvPr>
            <p:ph type="dt" sz="half" idx="10"/>
          </p:nvPr>
        </p:nvSpPr>
        <p:spPr/>
        <p:txBody>
          <a:bodyPr/>
          <a:lstStyle/>
          <a:p>
            <a:fld id="{5A98EB25-4956-E547-A1EE-457D16D9B68E}" type="datetimeFigureOut">
              <a:rPr lang="en-US" smtClean="0"/>
              <a:t>10/31/2025</a:t>
            </a:fld>
            <a:endParaRPr lang="en-US"/>
          </a:p>
        </p:txBody>
      </p:sp>
      <p:sp>
        <p:nvSpPr>
          <p:cNvPr id="5" name="Footer Placeholder 4">
            <a:extLst>
              <a:ext uri="{FF2B5EF4-FFF2-40B4-BE49-F238E27FC236}">
                <a16:creationId xmlns:a16="http://schemas.microsoft.com/office/drawing/2014/main" id="{4A74AD1A-AB2B-8894-4F77-1DF16AB4949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6E58465-4B2B-014D-E8A5-BB08135C40A7}"/>
              </a:ext>
            </a:extLst>
          </p:cNvPr>
          <p:cNvSpPr>
            <a:spLocks noGrp="1"/>
          </p:cNvSpPr>
          <p:nvPr>
            <p:ph type="sldNum" sz="quarter" idx="12"/>
          </p:nvPr>
        </p:nvSpPr>
        <p:spPr/>
        <p:txBody>
          <a:bodyPr/>
          <a:lstStyle/>
          <a:p>
            <a:fld id="{62691B9F-660D-7B46-91FD-4ECF342F83CD}" type="slidenum">
              <a:rPr lang="en-US" smtClean="0"/>
              <a:t>‹#›</a:t>
            </a:fld>
            <a:endParaRPr lang="en-US"/>
          </a:p>
        </p:txBody>
      </p:sp>
    </p:spTree>
    <p:extLst>
      <p:ext uri="{BB962C8B-B14F-4D97-AF65-F5344CB8AC3E}">
        <p14:creationId xmlns:p14="http://schemas.microsoft.com/office/powerpoint/2010/main" val="5505039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4DDC31C-1D57-6C45-52E3-3A70A3D86CA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B4A9A24-E2EC-A1E8-24C6-B3A83D40212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A7A946-40B9-7BB5-B8FB-87002D97D153}"/>
              </a:ext>
            </a:extLst>
          </p:cNvPr>
          <p:cNvSpPr>
            <a:spLocks noGrp="1"/>
          </p:cNvSpPr>
          <p:nvPr>
            <p:ph type="dt" sz="half" idx="10"/>
          </p:nvPr>
        </p:nvSpPr>
        <p:spPr/>
        <p:txBody>
          <a:bodyPr/>
          <a:lstStyle/>
          <a:p>
            <a:fld id="{5A98EB25-4956-E547-A1EE-457D16D9B68E}" type="datetimeFigureOut">
              <a:rPr lang="en-US" smtClean="0"/>
              <a:t>10/31/2025</a:t>
            </a:fld>
            <a:endParaRPr lang="en-US"/>
          </a:p>
        </p:txBody>
      </p:sp>
      <p:sp>
        <p:nvSpPr>
          <p:cNvPr id="5" name="Footer Placeholder 4">
            <a:extLst>
              <a:ext uri="{FF2B5EF4-FFF2-40B4-BE49-F238E27FC236}">
                <a16:creationId xmlns:a16="http://schemas.microsoft.com/office/drawing/2014/main" id="{9412E64E-50B2-1C27-A3F4-F2935CFAB6F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B0E413-9C1E-7FF4-35FC-221D91AF584E}"/>
              </a:ext>
            </a:extLst>
          </p:cNvPr>
          <p:cNvSpPr>
            <a:spLocks noGrp="1"/>
          </p:cNvSpPr>
          <p:nvPr>
            <p:ph type="sldNum" sz="quarter" idx="12"/>
          </p:nvPr>
        </p:nvSpPr>
        <p:spPr/>
        <p:txBody>
          <a:bodyPr/>
          <a:lstStyle/>
          <a:p>
            <a:fld id="{62691B9F-660D-7B46-91FD-4ECF342F83CD}" type="slidenum">
              <a:rPr lang="en-US" smtClean="0"/>
              <a:t>‹#›</a:t>
            </a:fld>
            <a:endParaRPr lang="en-US"/>
          </a:p>
        </p:txBody>
      </p:sp>
    </p:spTree>
    <p:extLst>
      <p:ext uri="{BB962C8B-B14F-4D97-AF65-F5344CB8AC3E}">
        <p14:creationId xmlns:p14="http://schemas.microsoft.com/office/powerpoint/2010/main" val="38090648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CD2AA63-F948-E94E-AA79-3DDF862B677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555CBDF-13E5-0839-AB6A-6EF49D7BE32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95F56A8-E456-2E1C-4D5E-74F3B82A7B9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A98EB25-4956-E547-A1EE-457D16D9B68E}" type="datetimeFigureOut">
              <a:rPr lang="en-US" smtClean="0"/>
              <a:t>10/31/2025</a:t>
            </a:fld>
            <a:endParaRPr lang="en-US"/>
          </a:p>
        </p:txBody>
      </p:sp>
      <p:sp>
        <p:nvSpPr>
          <p:cNvPr id="5" name="Footer Placeholder 4">
            <a:extLst>
              <a:ext uri="{FF2B5EF4-FFF2-40B4-BE49-F238E27FC236}">
                <a16:creationId xmlns:a16="http://schemas.microsoft.com/office/drawing/2014/main" id="{F41DA4BD-E69C-BCE3-FEC5-227BFA92C27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EC3D6B4-6EBB-DCAC-387C-D1D09BA6DF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2691B9F-660D-7B46-91FD-4ECF342F83CD}" type="slidenum">
              <a:rPr lang="en-US" smtClean="0"/>
              <a:t>‹#›</a:t>
            </a:fld>
            <a:endParaRPr lang="en-US"/>
          </a:p>
        </p:txBody>
      </p:sp>
    </p:spTree>
    <p:extLst>
      <p:ext uri="{BB962C8B-B14F-4D97-AF65-F5344CB8AC3E}">
        <p14:creationId xmlns:p14="http://schemas.microsoft.com/office/powerpoint/2010/main" val="12247980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6B6BA8-1E55-AA31-8827-85A0F0978FEC}"/>
              </a:ext>
            </a:extLst>
          </p:cNvPr>
          <p:cNvSpPr>
            <a:spLocks noGrp="1"/>
          </p:cNvSpPr>
          <p:nvPr>
            <p:ph type="title"/>
          </p:nvPr>
        </p:nvSpPr>
        <p:spPr/>
        <p:txBody>
          <a:bodyPr/>
          <a:lstStyle/>
          <a:p>
            <a:r>
              <a:rPr lang="en-IN" dirty="0"/>
              <a:t>Dustbin Reachability </a:t>
            </a:r>
            <a:endParaRPr lang="en-US" dirty="0"/>
          </a:p>
        </p:txBody>
      </p:sp>
      <p:sp>
        <p:nvSpPr>
          <p:cNvPr id="3" name="Subtitle 2">
            <a:extLst>
              <a:ext uri="{FF2B5EF4-FFF2-40B4-BE49-F238E27FC236}">
                <a16:creationId xmlns:a16="http://schemas.microsoft.com/office/drawing/2014/main" id="{C24FCB8C-4615-1BE3-A6D9-2BDA9A411500}"/>
              </a:ext>
            </a:extLst>
          </p:cNvPr>
          <p:cNvSpPr>
            <a:spLocks noGrp="1"/>
          </p:cNvSpPr>
          <p:nvPr>
            <p:ph idx="1"/>
          </p:nvPr>
        </p:nvSpPr>
        <p:spPr>
          <a:xfrm>
            <a:off x="838200" y="1464470"/>
            <a:ext cx="10515600" cy="4712494"/>
          </a:xfrm>
        </p:spPr>
        <p:txBody>
          <a:bodyPr>
            <a:normAutofit fontScale="62500" lnSpcReduction="20000"/>
          </a:bodyPr>
          <a:lstStyle/>
          <a:p>
            <a:r>
              <a:rPr lang="en-US" i="1" dirty="0"/>
              <a:t>Report on “Placing Dustbins Where Needed”</a:t>
            </a:r>
            <a:endParaRPr lang="en-IN" i="1" dirty="0"/>
          </a:p>
          <a:p>
            <a:r>
              <a:rPr lang="en-US" i="1" dirty="0"/>
              <a:t>Submitted by the Eco Club</a:t>
            </a:r>
            <a:endParaRPr lang="en-IN" i="1" dirty="0"/>
          </a:p>
          <a:p>
            <a:r>
              <a:rPr lang="en-US" i="1" dirty="0"/>
              <a:t>Submitted to: </a:t>
            </a:r>
            <a:endParaRPr lang="en-IN" i="1" dirty="0"/>
          </a:p>
          <a:p>
            <a:r>
              <a:rPr lang="en-US" i="1" dirty="0"/>
              <a:t>The Principal,</a:t>
            </a:r>
            <a:r>
              <a:rPr lang="en-IN" i="1" dirty="0"/>
              <a:t> </a:t>
            </a:r>
          </a:p>
          <a:p>
            <a:r>
              <a:rPr lang="en-IN" i="1" dirty="0"/>
              <a:t>Vasavi College of Engineering </a:t>
            </a:r>
          </a:p>
          <a:p>
            <a:r>
              <a:rPr lang="en-US" i="1" dirty="0"/>
              <a:t>Submitted by: </a:t>
            </a:r>
            <a:endParaRPr lang="en-IN" i="1" dirty="0"/>
          </a:p>
          <a:p>
            <a:r>
              <a:rPr lang="en-US" i="1" dirty="0"/>
              <a:t>Eco Club Member</a:t>
            </a:r>
            <a:r>
              <a:rPr lang="en-IN" i="1" dirty="0"/>
              <a:t>s </a:t>
            </a:r>
            <a:r>
              <a:rPr lang="en-US" i="1" dirty="0"/>
              <a:t>–</a:t>
            </a:r>
            <a:endParaRPr lang="en-IN" i="1" dirty="0"/>
          </a:p>
          <a:p>
            <a:pPr marL="514350" indent="-514350">
              <a:buFont typeface="+mj-lt"/>
              <a:buAutoNum type="arabicPeriod"/>
            </a:pPr>
            <a:r>
              <a:rPr lang="en-IN" i="1" dirty="0"/>
              <a:t>Mythili K</a:t>
            </a:r>
          </a:p>
          <a:p>
            <a:pPr marL="514350" indent="-514350">
              <a:buFont typeface="+mj-lt"/>
              <a:buAutoNum type="arabicPeriod"/>
            </a:pPr>
            <a:r>
              <a:rPr lang="en-IN" i="1" dirty="0"/>
              <a:t>Indu</a:t>
            </a:r>
          </a:p>
          <a:p>
            <a:pPr marL="514350" indent="-514350">
              <a:buFont typeface="+mj-lt"/>
              <a:buAutoNum type="arabicPeriod"/>
            </a:pPr>
            <a:r>
              <a:rPr lang="en-IN" i="1" dirty="0"/>
              <a:t>Ganesh B</a:t>
            </a:r>
          </a:p>
          <a:p>
            <a:pPr marL="514350" indent="-514350">
              <a:buFont typeface="+mj-lt"/>
              <a:buAutoNum type="arabicPeriod"/>
            </a:pPr>
            <a:r>
              <a:rPr lang="en-IN" i="1" dirty="0"/>
              <a:t>Vivek Varma</a:t>
            </a:r>
          </a:p>
          <a:p>
            <a:pPr marL="514350" indent="-514350">
              <a:buFont typeface="+mj-lt"/>
              <a:buAutoNum type="arabicPeriod"/>
            </a:pPr>
            <a:r>
              <a:rPr lang="en-IN" i="1" dirty="0"/>
              <a:t>Manojkumar</a:t>
            </a:r>
          </a:p>
          <a:p>
            <a:pPr marL="514350" indent="-514350">
              <a:buFont typeface="+mj-lt"/>
              <a:buAutoNum type="arabicPeriod"/>
            </a:pPr>
            <a:r>
              <a:rPr lang="en-IN" i="1" dirty="0"/>
              <a:t>Jeevan</a:t>
            </a:r>
          </a:p>
          <a:p>
            <a:r>
              <a:rPr lang="en-IN" i="1" dirty="0"/>
              <a:t>Date : 25  October  2025</a:t>
            </a:r>
          </a:p>
          <a:p>
            <a:endParaRPr lang="en-IN" i="1" dirty="0"/>
          </a:p>
          <a:p>
            <a:endParaRPr lang="en-IN" i="1" dirty="0"/>
          </a:p>
          <a:p>
            <a:endParaRPr lang="en-US" i="1" dirty="0"/>
          </a:p>
        </p:txBody>
      </p:sp>
    </p:spTree>
    <p:extLst>
      <p:ext uri="{BB962C8B-B14F-4D97-AF65-F5344CB8AC3E}">
        <p14:creationId xmlns:p14="http://schemas.microsoft.com/office/powerpoint/2010/main" val="29864549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129B0E-6BBF-3D9B-4A7A-8E09C40FC5DA}"/>
              </a:ext>
            </a:extLst>
          </p:cNvPr>
          <p:cNvSpPr>
            <a:spLocks noGrp="1"/>
          </p:cNvSpPr>
          <p:nvPr>
            <p:ph type="title"/>
          </p:nvPr>
        </p:nvSpPr>
        <p:spPr/>
        <p:txBody>
          <a:bodyPr/>
          <a:lstStyle/>
          <a:p>
            <a:pPr algn="ctr"/>
            <a:r>
              <a:rPr lang="en-IN" dirty="0"/>
              <a:t>INTRODUCTION</a:t>
            </a:r>
            <a:endParaRPr lang="en-US" dirty="0"/>
          </a:p>
        </p:txBody>
      </p:sp>
      <p:sp>
        <p:nvSpPr>
          <p:cNvPr id="3" name="Content Placeholder 2">
            <a:extLst>
              <a:ext uri="{FF2B5EF4-FFF2-40B4-BE49-F238E27FC236}">
                <a16:creationId xmlns:a16="http://schemas.microsoft.com/office/drawing/2014/main" id="{4EB4F886-DFE7-30A8-F0CE-2F73BB766BF7}"/>
              </a:ext>
            </a:extLst>
          </p:cNvPr>
          <p:cNvSpPr>
            <a:spLocks noGrp="1"/>
          </p:cNvSpPr>
          <p:nvPr>
            <p:ph idx="1"/>
          </p:nvPr>
        </p:nvSpPr>
        <p:spPr>
          <a:xfrm>
            <a:off x="838200" y="2446734"/>
            <a:ext cx="10515600" cy="3429000"/>
          </a:xfrm>
        </p:spPr>
        <p:txBody>
          <a:bodyPr/>
          <a:lstStyle/>
          <a:p>
            <a:pPr marL="0" indent="0" algn="ctr" rtl="1">
              <a:buNone/>
            </a:pPr>
            <a:r>
              <a:rPr lang="en-US" i="1" dirty="0"/>
              <a:t>Clean surroundings reflect the discipline and environmental awareness of an </a:t>
            </a:r>
            <a:r>
              <a:rPr lang="en-US" dirty="0"/>
              <a:t>institution</a:t>
            </a:r>
            <a:r>
              <a:rPr lang="en-US" i="1" dirty="0"/>
              <a:t>. The Eco Club of our college identified several areas within the campus that lacked proper waste disposal facilities. In order to promote cleanliness and sustainability, the club initiated a project to place dustbins in required locations.</a:t>
            </a:r>
          </a:p>
        </p:txBody>
      </p:sp>
    </p:spTree>
    <p:extLst>
      <p:ext uri="{BB962C8B-B14F-4D97-AF65-F5344CB8AC3E}">
        <p14:creationId xmlns:p14="http://schemas.microsoft.com/office/powerpoint/2010/main" val="34359580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D059BC-2612-CBE8-71C2-57CE49CB6A3B}"/>
              </a:ext>
            </a:extLst>
          </p:cNvPr>
          <p:cNvSpPr>
            <a:spLocks noGrp="1"/>
          </p:cNvSpPr>
          <p:nvPr>
            <p:ph type="title"/>
          </p:nvPr>
        </p:nvSpPr>
        <p:spPr/>
        <p:txBody>
          <a:bodyPr/>
          <a:lstStyle/>
          <a:p>
            <a:pPr algn="ctr"/>
            <a:r>
              <a:rPr lang="en-IN" dirty="0"/>
              <a:t>OBJECTIVES</a:t>
            </a:r>
            <a:endParaRPr lang="en-US" dirty="0"/>
          </a:p>
        </p:txBody>
      </p:sp>
      <p:sp>
        <p:nvSpPr>
          <p:cNvPr id="3" name="Content Placeholder 2">
            <a:extLst>
              <a:ext uri="{FF2B5EF4-FFF2-40B4-BE49-F238E27FC236}">
                <a16:creationId xmlns:a16="http://schemas.microsoft.com/office/drawing/2014/main" id="{8A5D8F11-FB43-BE0C-122E-AB213E0DEE84}"/>
              </a:ext>
            </a:extLst>
          </p:cNvPr>
          <p:cNvSpPr>
            <a:spLocks noGrp="1"/>
          </p:cNvSpPr>
          <p:nvPr>
            <p:ph idx="1"/>
          </p:nvPr>
        </p:nvSpPr>
        <p:spPr>
          <a:xfrm>
            <a:off x="838200" y="1690688"/>
            <a:ext cx="10515600" cy="4202906"/>
          </a:xfrm>
        </p:spPr>
        <p:txBody>
          <a:bodyPr anchor="ctr">
            <a:normAutofit/>
          </a:bodyPr>
          <a:lstStyle/>
          <a:p>
            <a:pPr marL="0" indent="0" algn="ctr">
              <a:buNone/>
            </a:pPr>
            <a:r>
              <a:rPr lang="en-IN" dirty="0"/>
              <a:t>
To maintain cleanliness and hygiene on the campus.
To encourage students and staff to dispose of waste properly.
To reduce littering and promote environmental responsibility.
To support the college’s “Clean and Green Campus” mission.</a:t>
            </a:r>
            <a:endParaRPr lang="en-US" dirty="0"/>
          </a:p>
        </p:txBody>
      </p:sp>
    </p:spTree>
    <p:extLst>
      <p:ext uri="{BB962C8B-B14F-4D97-AF65-F5344CB8AC3E}">
        <p14:creationId xmlns:p14="http://schemas.microsoft.com/office/powerpoint/2010/main" val="18967915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B84FB8-6DA0-8325-285E-FED79D731B9E}"/>
              </a:ext>
            </a:extLst>
          </p:cNvPr>
          <p:cNvSpPr>
            <a:spLocks noGrp="1"/>
          </p:cNvSpPr>
          <p:nvPr>
            <p:ph type="title"/>
          </p:nvPr>
        </p:nvSpPr>
        <p:spPr/>
        <p:txBody>
          <a:bodyPr/>
          <a:lstStyle/>
          <a:p>
            <a:pPr algn="ctr"/>
            <a:r>
              <a:rPr lang="en-IN" dirty="0"/>
              <a:t>IMPLEMENTATION </a:t>
            </a:r>
            <a:endParaRPr lang="en-US" dirty="0"/>
          </a:p>
        </p:txBody>
      </p:sp>
      <p:sp>
        <p:nvSpPr>
          <p:cNvPr id="5" name="Content Placeholder 4">
            <a:extLst>
              <a:ext uri="{FF2B5EF4-FFF2-40B4-BE49-F238E27FC236}">
                <a16:creationId xmlns:a16="http://schemas.microsoft.com/office/drawing/2014/main" id="{89EA6DB4-F612-6003-774A-10EFFA188749}"/>
              </a:ext>
            </a:extLst>
          </p:cNvPr>
          <p:cNvSpPr>
            <a:spLocks noGrp="1"/>
          </p:cNvSpPr>
          <p:nvPr>
            <p:ph idx="1"/>
          </p:nvPr>
        </p:nvSpPr>
        <p:spPr>
          <a:xfrm>
            <a:off x="838200" y="1893094"/>
            <a:ext cx="10515600" cy="4179094"/>
          </a:xfrm>
        </p:spPr>
        <p:txBody>
          <a:bodyPr/>
          <a:lstStyle/>
          <a:p>
            <a:pPr algn="l"/>
            <a:r>
              <a:rPr lang="en-IN" dirty="0"/>
              <a:t>The Eco Club conducted a survey around the campus to identify areas where dustbins were needed. After submitting a request to the management, the college administration approved the placement of dustbins in those locations.
With their support, multiple dustbins of different </a:t>
            </a:r>
            <a:r>
              <a:rPr lang="en-IN" dirty="0" err="1"/>
              <a:t>colors</a:t>
            </a:r>
            <a:r>
              <a:rPr lang="en-IN" dirty="0"/>
              <a:t> were installed for segregated waste disposal — biodegradable, non-biodegradable, and recyclable waste.</a:t>
            </a:r>
            <a:endParaRPr lang="en-US" dirty="0"/>
          </a:p>
        </p:txBody>
      </p:sp>
    </p:spTree>
    <p:extLst>
      <p:ext uri="{BB962C8B-B14F-4D97-AF65-F5344CB8AC3E}">
        <p14:creationId xmlns:p14="http://schemas.microsoft.com/office/powerpoint/2010/main" val="30551034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5562D6-5836-474A-8E7B-F2E5F3DFA518}"/>
              </a:ext>
            </a:extLst>
          </p:cNvPr>
          <p:cNvSpPr>
            <a:spLocks noGrp="1"/>
          </p:cNvSpPr>
          <p:nvPr>
            <p:ph type="title"/>
          </p:nvPr>
        </p:nvSpPr>
        <p:spPr/>
        <p:txBody>
          <a:bodyPr/>
          <a:lstStyle/>
          <a:p>
            <a:r>
              <a:rPr lang="en-IN" b="1" dirty="0"/>
              <a:t>Beside JC Bose Block</a:t>
            </a:r>
            <a:endParaRPr lang="en-US" b="1" dirty="0"/>
          </a:p>
        </p:txBody>
      </p:sp>
      <p:pic>
        <p:nvPicPr>
          <p:cNvPr id="4" name="Content Placeholder 3">
            <a:extLst>
              <a:ext uri="{FF2B5EF4-FFF2-40B4-BE49-F238E27FC236}">
                <a16:creationId xmlns:a16="http://schemas.microsoft.com/office/drawing/2014/main" id="{71C43218-C29F-1C42-B080-A139E7E3FC8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429250" y="1439663"/>
            <a:ext cx="6232922" cy="4721821"/>
          </a:xfrm>
          <a:prstGeom prst="rect">
            <a:avLst/>
          </a:prstGeom>
        </p:spPr>
      </p:pic>
    </p:spTree>
    <p:extLst>
      <p:ext uri="{BB962C8B-B14F-4D97-AF65-F5344CB8AC3E}">
        <p14:creationId xmlns:p14="http://schemas.microsoft.com/office/powerpoint/2010/main" val="23835463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099D79-1038-2430-7A82-6F4D3B0BA466}"/>
              </a:ext>
            </a:extLst>
          </p:cNvPr>
          <p:cNvSpPr>
            <a:spLocks noGrp="1"/>
          </p:cNvSpPr>
          <p:nvPr>
            <p:ph type="title"/>
          </p:nvPr>
        </p:nvSpPr>
        <p:spPr/>
        <p:txBody>
          <a:bodyPr/>
          <a:lstStyle/>
          <a:p>
            <a:r>
              <a:rPr lang="en-IN" b="1" dirty="0"/>
              <a:t>Infront of VS Block</a:t>
            </a:r>
            <a:endParaRPr lang="en-US" dirty="0"/>
          </a:p>
        </p:txBody>
      </p:sp>
      <p:pic>
        <p:nvPicPr>
          <p:cNvPr id="4" name="Content Placeholder 3">
            <a:extLst>
              <a:ext uri="{FF2B5EF4-FFF2-40B4-BE49-F238E27FC236}">
                <a16:creationId xmlns:a16="http://schemas.microsoft.com/office/drawing/2014/main" id="{78BB69E1-CFF3-9318-EFD3-7E30C212E46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429250" y="732234"/>
            <a:ext cx="6357938" cy="5444729"/>
          </a:xfrm>
          <a:prstGeom prst="rect">
            <a:avLst/>
          </a:prstGeom>
        </p:spPr>
      </p:pic>
    </p:spTree>
    <p:extLst>
      <p:ext uri="{BB962C8B-B14F-4D97-AF65-F5344CB8AC3E}">
        <p14:creationId xmlns:p14="http://schemas.microsoft.com/office/powerpoint/2010/main" val="21260583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F6A00-6B9A-AA89-62E0-2FC1B3C918B8}"/>
              </a:ext>
            </a:extLst>
          </p:cNvPr>
          <p:cNvSpPr>
            <a:spLocks noGrp="1"/>
          </p:cNvSpPr>
          <p:nvPr>
            <p:ph type="title"/>
          </p:nvPr>
        </p:nvSpPr>
        <p:spPr>
          <a:xfrm>
            <a:off x="463153" y="1525984"/>
            <a:ext cx="6269831" cy="1903016"/>
          </a:xfrm>
        </p:spPr>
        <p:txBody>
          <a:bodyPr/>
          <a:lstStyle/>
          <a:p>
            <a:r>
              <a:rPr lang="en-IN" b="1" dirty="0"/>
              <a:t>Beside CV Raman Block</a:t>
            </a:r>
            <a:endParaRPr lang="en-US" b="1" dirty="0"/>
          </a:p>
        </p:txBody>
      </p:sp>
      <p:pic>
        <p:nvPicPr>
          <p:cNvPr id="4" name="Content Placeholder 3">
            <a:extLst>
              <a:ext uri="{FF2B5EF4-FFF2-40B4-BE49-F238E27FC236}">
                <a16:creationId xmlns:a16="http://schemas.microsoft.com/office/drawing/2014/main" id="{DFEA84B3-E028-8895-33F2-951D0FBB7A2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732588" y="794544"/>
            <a:ext cx="5268912" cy="5268912"/>
          </a:xfrm>
          <a:prstGeom prst="rect">
            <a:avLst/>
          </a:prstGeom>
        </p:spPr>
      </p:pic>
    </p:spTree>
    <p:extLst>
      <p:ext uri="{BB962C8B-B14F-4D97-AF65-F5344CB8AC3E}">
        <p14:creationId xmlns:p14="http://schemas.microsoft.com/office/powerpoint/2010/main" val="41606753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828440-EC5C-2C79-1A28-44EBC58A80DE}"/>
              </a:ext>
            </a:extLst>
          </p:cNvPr>
          <p:cNvSpPr>
            <a:spLocks noGrp="1"/>
          </p:cNvSpPr>
          <p:nvPr>
            <p:ph type="title"/>
          </p:nvPr>
        </p:nvSpPr>
        <p:spPr>
          <a:xfrm>
            <a:off x="713185" y="1115219"/>
            <a:ext cx="4930378" cy="4351338"/>
          </a:xfrm>
        </p:spPr>
        <p:txBody>
          <a:bodyPr/>
          <a:lstStyle/>
          <a:p>
            <a:r>
              <a:rPr lang="en-IN" dirty="0"/>
              <a:t>Too many dustbins were placed here they were causing bad smell</a:t>
            </a:r>
            <a:endParaRPr lang="en-US" dirty="0"/>
          </a:p>
        </p:txBody>
      </p:sp>
      <p:pic>
        <p:nvPicPr>
          <p:cNvPr id="4" name="Content Placeholder 3">
            <a:extLst>
              <a:ext uri="{FF2B5EF4-FFF2-40B4-BE49-F238E27FC236}">
                <a16:creationId xmlns:a16="http://schemas.microsoft.com/office/drawing/2014/main" id="{711D68F9-A345-1544-C230-0B73C43C8D8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643563" y="760413"/>
            <a:ext cx="5385593" cy="5060950"/>
          </a:xfrm>
          <a:prstGeom prst="rect">
            <a:avLst/>
          </a:prstGeom>
        </p:spPr>
      </p:pic>
    </p:spTree>
    <p:extLst>
      <p:ext uri="{BB962C8B-B14F-4D97-AF65-F5344CB8AC3E}">
        <p14:creationId xmlns:p14="http://schemas.microsoft.com/office/powerpoint/2010/main" val="24562691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971DFE-1D9F-B7F4-F766-61A5FBA18BCC}"/>
              </a:ext>
            </a:extLst>
          </p:cNvPr>
          <p:cNvSpPr>
            <a:spLocks noGrp="1"/>
          </p:cNvSpPr>
          <p:nvPr>
            <p:ph type="title"/>
          </p:nvPr>
        </p:nvSpPr>
        <p:spPr/>
        <p:txBody>
          <a:bodyPr/>
          <a:lstStyle/>
          <a:p>
            <a:r>
              <a:rPr lang="en-IN" b="1" dirty="0"/>
              <a:t>Result and Observation</a:t>
            </a:r>
            <a:endParaRPr lang="en-US" b="1" dirty="0"/>
          </a:p>
        </p:txBody>
      </p:sp>
      <p:sp>
        <p:nvSpPr>
          <p:cNvPr id="3" name="Content Placeholder 2">
            <a:extLst>
              <a:ext uri="{FF2B5EF4-FFF2-40B4-BE49-F238E27FC236}">
                <a16:creationId xmlns:a16="http://schemas.microsoft.com/office/drawing/2014/main" id="{7C8F30B7-F25F-6832-6D85-03D80BE5120B}"/>
              </a:ext>
            </a:extLst>
          </p:cNvPr>
          <p:cNvSpPr>
            <a:spLocks noGrp="1"/>
          </p:cNvSpPr>
          <p:nvPr>
            <p:ph idx="1"/>
          </p:nvPr>
        </p:nvSpPr>
        <p:spPr>
          <a:xfrm>
            <a:off x="517922" y="1690688"/>
            <a:ext cx="11474454" cy="4506515"/>
          </a:xfrm>
        </p:spPr>
        <p:txBody>
          <a:bodyPr>
            <a:normAutofit fontScale="47500" lnSpcReduction="20000"/>
          </a:bodyPr>
          <a:lstStyle/>
          <a:p>
            <a:pPr marL="0" indent="0">
              <a:buNone/>
            </a:pPr>
            <a:r>
              <a:rPr lang="en-IN" dirty="0"/>
              <a:t>
4. Results and Observations</a:t>
            </a:r>
          </a:p>
          <a:p>
            <a:r>
              <a:rPr lang="en-IN" dirty="0"/>
              <a:t> Before Installation: Certain areas of the campus, such as pathways and corners near blocks, lacked dustbins. As a result, students and visitors often had difficulty finding proper waste disposal points, leading to scattered litter</a:t>
            </a:r>
          </a:p>
          <a:p>
            <a:r>
              <a:rPr lang="en-IN" dirty="0"/>
              <a:t>After Installation:The management promptly placed dustbins in all the identified locations. This has significantly improved the cleanliness and appearance of the campus. Students have also become more conscious about maintaining hygiene.</a:t>
            </a:r>
          </a:p>
          <a:p>
            <a:r>
              <a:rPr lang="en-IN" dirty="0"/>
              <a:t>Visual Evidence:Below are a few “Before and After” photographs.</a:t>
            </a:r>
          </a:p>
          <a:p>
            <a:pPr marL="514350" indent="-514350">
              <a:buFont typeface="+mj-lt"/>
              <a:buAutoNum type="arabicPeriod"/>
            </a:pPr>
            <a:r>
              <a:rPr lang="en-IN" dirty="0"/>
              <a:t>Pathway near Academic Block</a:t>
            </a:r>
          </a:p>
          <a:p>
            <a:pPr marL="514350" indent="-514350">
              <a:buFont typeface="+mj-lt"/>
              <a:buAutoNum type="arabicPeriod"/>
            </a:pPr>
            <a:r>
              <a:rPr lang="en-IN" dirty="0"/>
              <a:t>Area beside Mechanical Block3. Corridor beside JC BlockThese images clearly illustrate After Installation:</a:t>
            </a:r>
          </a:p>
          <a:p>
            <a:r>
              <a:rPr lang="en-IN" dirty="0"/>
              <a:t>The management promptly placed dustbins in all the identified locations. This has significantly improved the cleanliness and </a:t>
            </a:r>
            <a:r>
              <a:rPr lang="en-IN" dirty="0" err="1"/>
              <a:t>appearanceof</a:t>
            </a:r>
            <a:r>
              <a:rPr lang="en-IN" dirty="0"/>
              <a:t> the campus. Students have also become more conscious about maintaining hygiene.
Visual Evidence:
Below are a few “Before and After” photographs taken from the project sites</a:t>
            </a:r>
          </a:p>
          <a:p>
            <a:pPr marL="0" indent="0">
              <a:buNone/>
            </a:pPr>
            <a:r>
              <a:rPr lang="en-IN" dirty="0"/>
              <a:t>
1. Pathway near Academic Block
2. Area beside Mechanical Block
3. Corridor beside JC Block
These images clearly illustrate the positive transformation achieved through the initiative.</a:t>
            </a:r>
            <a:endParaRPr lang="en-US" dirty="0"/>
          </a:p>
        </p:txBody>
      </p:sp>
    </p:spTree>
    <p:extLst>
      <p:ext uri="{BB962C8B-B14F-4D97-AF65-F5344CB8AC3E}">
        <p14:creationId xmlns:p14="http://schemas.microsoft.com/office/powerpoint/2010/main" val="17341798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FDBAC0-290F-6EB5-120A-44FE698E1E84}"/>
              </a:ext>
            </a:extLst>
          </p:cNvPr>
          <p:cNvSpPr>
            <a:spLocks noGrp="1"/>
          </p:cNvSpPr>
          <p:nvPr>
            <p:ph type="title"/>
          </p:nvPr>
        </p:nvSpPr>
        <p:spPr/>
        <p:txBody>
          <a:bodyPr/>
          <a:lstStyle/>
          <a:p>
            <a:pPr algn="ctr"/>
            <a:r>
              <a:rPr lang="en-IN" b="1" dirty="0"/>
              <a:t>Conclusion</a:t>
            </a:r>
            <a:endParaRPr lang="en-US" b="1" dirty="0"/>
          </a:p>
        </p:txBody>
      </p:sp>
      <p:sp>
        <p:nvSpPr>
          <p:cNvPr id="3" name="Content Placeholder 2">
            <a:extLst>
              <a:ext uri="{FF2B5EF4-FFF2-40B4-BE49-F238E27FC236}">
                <a16:creationId xmlns:a16="http://schemas.microsoft.com/office/drawing/2014/main" id="{812E5F2E-8C40-5D0A-001D-59F63DCF6F8F}"/>
              </a:ext>
            </a:extLst>
          </p:cNvPr>
          <p:cNvSpPr>
            <a:spLocks noGrp="1"/>
          </p:cNvSpPr>
          <p:nvPr>
            <p:ph idx="1"/>
          </p:nvPr>
        </p:nvSpPr>
        <p:spPr/>
        <p:txBody>
          <a:bodyPr/>
          <a:lstStyle/>
          <a:p>
            <a:pPr marL="0" indent="0">
              <a:buNone/>
            </a:pPr>
            <a:r>
              <a:rPr lang="en-IN" dirty="0"/>
              <a:t>
The project successfully addressed one of the primary issues related to campus cleanliness. The combined effort of the Eco Club and college management has resulted in a cleaner and more organized environment. Continued awareness among students will ensure the long-term success of this initiative.</a:t>
            </a:r>
            <a:endParaRPr lang="en-US" dirty="0"/>
          </a:p>
        </p:txBody>
      </p:sp>
    </p:spTree>
    <p:extLst>
      <p:ext uri="{BB962C8B-B14F-4D97-AF65-F5344CB8AC3E}">
        <p14:creationId xmlns:p14="http://schemas.microsoft.com/office/powerpoint/2010/main" val="24857078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C553CE-C904-09F9-86C9-81292EC5A6D4}"/>
              </a:ext>
            </a:extLst>
          </p:cNvPr>
          <p:cNvSpPr>
            <a:spLocks noGrp="1"/>
          </p:cNvSpPr>
          <p:nvPr>
            <p:ph type="title"/>
          </p:nvPr>
        </p:nvSpPr>
        <p:spPr/>
        <p:txBody>
          <a:bodyPr/>
          <a:lstStyle/>
          <a:p>
            <a:pPr algn="ctr"/>
            <a:r>
              <a:rPr lang="en-IN" b="1" dirty="0"/>
              <a:t>Acknowledgement</a:t>
            </a:r>
            <a:r>
              <a:rPr lang="en-IN" dirty="0"/>
              <a:t> </a:t>
            </a:r>
            <a:endParaRPr lang="en-US" dirty="0"/>
          </a:p>
        </p:txBody>
      </p:sp>
      <p:sp>
        <p:nvSpPr>
          <p:cNvPr id="3" name="Content Placeholder 2">
            <a:extLst>
              <a:ext uri="{FF2B5EF4-FFF2-40B4-BE49-F238E27FC236}">
                <a16:creationId xmlns:a16="http://schemas.microsoft.com/office/drawing/2014/main" id="{5909736A-1813-52FA-5F51-CB91EDBBCBE5}"/>
              </a:ext>
            </a:extLst>
          </p:cNvPr>
          <p:cNvSpPr>
            <a:spLocks noGrp="1"/>
          </p:cNvSpPr>
          <p:nvPr>
            <p:ph idx="1"/>
          </p:nvPr>
        </p:nvSpPr>
        <p:spPr>
          <a:xfrm>
            <a:off x="838200" y="2571749"/>
            <a:ext cx="10515600" cy="2643189"/>
          </a:xfrm>
        </p:spPr>
        <p:txBody>
          <a:bodyPr/>
          <a:lstStyle/>
          <a:p>
            <a:pPr marL="0" indent="0">
              <a:buNone/>
            </a:pPr>
            <a:r>
              <a:rPr lang="en-US" dirty="0"/>
              <a:t> We extend our sincere gratitude to our Principal for the encouragement and support, and to the college management for promptly installing the dustbins in the required areas. We also thank all Eco Club members for their active participation in this meaningful project.</a:t>
            </a:r>
          </a:p>
        </p:txBody>
      </p:sp>
    </p:spTree>
    <p:extLst>
      <p:ext uri="{BB962C8B-B14F-4D97-AF65-F5344CB8AC3E}">
        <p14:creationId xmlns:p14="http://schemas.microsoft.com/office/powerpoint/2010/main" val="6971387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532</Words>
  <Application>Microsoft Office PowerPoint</Application>
  <PresentationFormat>Widescreen</PresentationFormat>
  <Paragraphs>39</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Aptos</vt:lpstr>
      <vt:lpstr>Aptos Display</vt:lpstr>
      <vt:lpstr>Arial</vt:lpstr>
      <vt:lpstr>Office Theme</vt:lpstr>
      <vt:lpstr>Dustbin Reachability </vt:lpstr>
      <vt:lpstr>INTRODUCTION</vt:lpstr>
      <vt:lpstr>OBJECTIVES</vt:lpstr>
      <vt:lpstr>IMPLEMENTATION </vt:lpstr>
      <vt:lpstr>Beside JC Bose Block</vt:lpstr>
      <vt:lpstr>Infront of VS Block</vt:lpstr>
      <vt:lpstr>Beside CV Raman Block</vt:lpstr>
      <vt:lpstr>Too many dustbins were placed here they were causing bad smell</vt:lpstr>
      <vt:lpstr>Result and Observation</vt:lpstr>
      <vt:lpstr>Conclusion</vt:lpstr>
      <vt:lpstr>Acknowledgement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Dustbin Reachability</dc:title>
  <dc:creator>MANOJKUMAR P</dc:creator>
  <cp:lastModifiedBy>Adharsh Baswaraj</cp:lastModifiedBy>
  <cp:revision>4</cp:revision>
  <dcterms:created xsi:type="dcterms:W3CDTF">2025-10-25T06:18:18Z</dcterms:created>
  <dcterms:modified xsi:type="dcterms:W3CDTF">2025-10-31T18:20:38Z</dcterms:modified>
</cp:coreProperties>
</file>